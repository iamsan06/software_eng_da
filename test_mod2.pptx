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Sankar S Pillai, Martin Wills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lang="en-US" sz="10575" spc="-370" strike="noStrike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Rainfall-Lag-Aware Crop Yield Forecasting in India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t>Single updated paragraph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Kerala's climate and agriculture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Timely forecasts enable proactive measures for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predictions enhance food security and economic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farmers in optimizing planting and harvesting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Facilitates effective risk management against adverse weather events.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Empowers stakeholders to make informed decisions regarding crop selection.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Contributes to sustainable agricultural practices by minimizing waste.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Enhances overall productivity and profitability of farming operations.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Insights into Agricultural Yield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Causal Chain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Lag Effects on Crop Yield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inputs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historical rainfall and meteorological data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understand how previous precipitation affects crop yields, emphasizing the significance of data accuracy and relevance.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exposure over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multiple preceding time intervals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crucial in capturing delayed physiological responses, allowing for a more comprehensive understanding of crop yield dynamics.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physiological and agronomic reactions of crops to varying rainfall lag structures illustrate the complexity of relationships influencing overall yield outcomes, necessitating robust analysis for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Existing Approaches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Statistical and Machine Learning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Evaluating Approaches to Crop Yield Forecasting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page examines the strengths and limitations of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conventional statistical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models versus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machine-learning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approaches in crop yield forecasting, highlighting their different capabilities regarding temporal lag.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Temporal Approaches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Examining Time-Series and Climate-Informed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distinctions between time-series approaches and climate-informed models, emphasizing their methodologies, strengths, and limitations in addressing rainfall-lag-aware crop yield forecasting.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Gap: Temporal Lag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crop-yield prediction approaches frequently represent precipitation using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 aggregated features. This methodology potentially obscures delayed and crop-specific rainfall responses. The contributions of rainfall at various time lags—such as t-1, t-2, t-4, and t-8—remain largely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unknown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lack of representation can lead to inaccurate yield forecasts, as it does not account for the complex physiological and agronomic responses of crops to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delayed precipitation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A more nuanced approach that incorporates lagged rainfall data is crucial for improving the accuracy of yield predictions in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Kerala's agricultural landscape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limitations of existing models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research question addresses how lagged rainfall exposures contribute to yield prediction. This involves: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Analyzing the effects of rainfall at various lag times (t-1, t-2, t-3, etc.)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Determining if these lagged variables provide significant predictive power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crop-specific responses to delayed rainfall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Evaluating the influence of interannual climatic variability on lag effects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aspects will enhance the accuracy of crop yield forecasts and offer actionable insights for agricultural planning in Kerala’s dynamic climate.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Exploring the impact of rainfall lag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Informative Lags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specific lags optimizes forecasting accuracy effectively.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Contemporaneous features may overlook critical rainfall impacts.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Lag-Aware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Lag-aware features enhance predictive capabilities significantly.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Optimal Lag Structures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Machine learning can clarify rainfall-yield relationships.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Climate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Climatic conditions influence lag contributions to yield.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Different crops respond uniquely to rainfall lags.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Lagged Rainfall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Improving Crop Yield Prediction 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Incorporating lagged rainfall features into models is expected to reduce prediction errors by capturing the delayed effects of precipitation, enhancing the accuracy of crop yield forecasts.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Contributions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Crop-Specific Temporal Lag Structures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 unique temporal lag structures of rainfall can enhance crop yield prediction, offering tailored insights that improve model robustness under varying climatic conditions in Kerala.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stage involves gathering comprehensive datasets, including historical rainfall and crop yield information, to build a robust foundation for subsequent analyses and model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Lag Feature Construction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the collected data will be meticulously reviewed and cleaned to remove inconsistencies, missing values, and outliers, ensuring high-quality data for accurate forecasting.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crucial step involves generating lagged rainfall features, allowing us to capture the delayed effects of precipitation on crop yield, thereby enhancing predictive model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Temporal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Here, we will align the temporal datasets, synchronizing rainfall and crop yield data according to specific time intervals, thus establishing a coherent time-series for analysis.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Construction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Dataset Schema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Variables for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is measured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temporal resolutions, serving as a primary predictor of crop yield in the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Temperature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Temperature data is also treated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resolutions, influencing crop growth and yield outcomes alongside rainfall metrics.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is recorded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tracked on a seasonal or annual basis, representing the target outcome for the machine learning models used in forecasting.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Temporal Lag Construction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Lag Dependency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Yield Relationships with Rainfall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Yield Function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function Yield_t = f(R(t-1), R(t-2), ..., R(t-k) illustrates how yield is influenced by precipitation across multiple lags, reflecting delayed crop responses to rainfall.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 Lag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notation X_rain = [R(t-1), R(t-2), ..., R(t-k)] organizes historical rainfall data into a structured matrix, aiding in the analysis of temporal effects on crop yield.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Analytical and Machine Learning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Candidate Model Families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Approaches for Effective Crop Yield Forecasting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Models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Baseline models such as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Regression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provide foundational approaches, focusing on simplicity and interpretability while establishing initial benchmarks for yield predictions.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Nonlinear Models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Nonlinear machine learning models like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XGBoost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leverage complex data patterns, allowing for better performance in capturing intricate relationships between rainfall data and crop yields.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Experimental Design Overview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Independent Variables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Comprehensive Overview of Yield Factors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considers multiple rainfall representations, including contemporaneous, cumulative, and lagged features, to assess their impact on crop yield prediction accuracy throughout the growing season.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Dependent Variable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serves as the primary dependent variable, with measurements taken seasonally and annually, reflecting the overall agricultural productivity influenced by various climatic factors in Kerala.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and Baseline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control model utilizes non-lagged climatic features, allowing for a comparative analysis against lag-aware models to evaluate the effectiveness of incorporating rainfall lag structures in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Baseline and Proposed Models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Baseline vs. Proposed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predictive modeling frameworks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baseline model is formulated as Yield_t = f(R_t, T_t, ...), emphasizing contemporaneous rainfall and temperature without accounting for temporal lag effects on yield prediction.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Proposed Representation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proposed model expands to Yield_t = f(R_t, R(t-1), R(t-2), ..., R(t-k), T_t, ...), integrating multiple rainfall lags to enhance predictive accuracy and better capture delayed responses.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Ablation Study Overview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Experiments Isolating Temporal Lag Contribution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Lagged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short and long-term rainfall influences.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Cumulative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Assesses total rainfall effects over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Evaluates immediate rainfall impact on yield.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Explainability in Crop Yield Models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 Lag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visually represents how different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rainfall lags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contribute to yield predictions, using SHAP-based feature attribution to highlight the importance of temporal rainfall effects in crop forecasting.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Expected Research Contributions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aims to provide: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systematic representation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rainfall-yield temporal lag structures.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empirical evaluation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impact of lag-aware precipitation features on yield prediction.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comparative analysis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crop-specific lag responses to weather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explainable characterization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critical rainfall exposure windows influencing crop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reproducible experimental framework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climate-aware crop forecasting, enabling further research and application within agricultural practices in Kerala.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contributions to agricultural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and Threats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availability and completeness may hinder accurate predictions.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Spatial aggregation across districts can obscure localized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Confounding agricultural factors such as crop management practices influence outcomes.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Irrigation effects complicate the understanding of rainfall impacts.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Variability in fertilizer and input usage can skew results.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Extreme weather events may introduce unpredictability in yield responses.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Non-stationarity under climate change raises questions about model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Potential temporal leakage between training and test datasets must be mitigated.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Limitations and Threats to Validity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1: 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researchers will gather extensive historical data on rainfall, temperature, and crop yields across various districts in Kerala, ensuring comprehensive coverage for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2: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collected data will undergo rigorous cleaning and preprocessing to address missing values, standardize formats, and ensure alignment with the temporal resolution of interest.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3: Temporal Feature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Researchers will construct lagged rainfall features utilizing historical data, creating a structured temporal feature space that captures delayed precipitation effects for improved yield modeling.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Timeline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Integrating insights for sustainable agriculture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Framework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