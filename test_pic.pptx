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3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Helvetica World" charset="1" panose="020B0500040000020004"/>
      <p:regular r:id="rId46"/>
    </p:embeddedFont>
    <p:embeddedFont>
      <p:font typeface="Georgia Pro Condensed" charset="1" panose="02040506050405020303"/>
      <p:regular r:id="rId47"/>
    </p:embeddedFont>
    <p:embeddedFont>
      <p:font typeface="Helvetica World Bold" charset="1" panose="020B08000400000200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7F6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Sankar S Pillai, Martin Wills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889343"/>
            <a:ext cx="9754495" cy="410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5"/>
              </a:lnSpc>
            </a:pPr>
            <a:r>
              <a:rPr lang="en-US" sz="10575" spc="-370" strike="noStrike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Rainfall-Lag-Aware Crop Yield Forecasting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Context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718300"/>
            <a:chOff x="0" y="0"/>
            <a:chExt cx="13017500" cy="89577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751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b="1" sz="2000">
                  <a:solidFill>
                    <a:srgbClr val="333333"/>
                  </a:solidFill>
                  <a:latin typeface="Helvetica World"/>
                </a:rPr>
                <a:t>Context &amp; Target: </a:t>
              </a:r>
              <a:r>
                <a:rPr b="0" sz="2000">
                  <a:solidFill>
                    <a:srgbClr val="333333"/>
                  </a:solidFill>
                  <a:latin typeface="Helvetica World"/>
                </a:rPr>
                <a:t>Accurate district-level crop yield forecasting across India is vital for national food security.</a:t>
              </a:r>
            </a:p>
            <a:p>
              <a:r>
                <a:rPr b="1" sz="2000">
                  <a:solidFill>
                    <a:srgbClr val="333333"/>
                  </a:solidFill>
                  <a:latin typeface="Helvetica World"/>
                </a:rPr>
                <a:t>Current Limitation: </a:t>
              </a:r>
              <a:r>
                <a:rPr b="0" sz="2000">
                  <a:solidFill>
                    <a:srgbClr val="333333"/>
                  </a:solidFill>
                  <a:latin typeface="Helvetica World"/>
                </a:rPr>
                <a:t>Classical models rely on aggregate seasonal rainfall totals, obscuring intra-seasonal phenological sensitivity.</a:t>
              </a:r>
            </a:p>
            <a:p>
              <a:r>
                <a:rPr b="1" sz="2000">
                  <a:solidFill>
                    <a:srgbClr val="333333"/>
                  </a:solidFill>
                  <a:latin typeface="Helvetica World"/>
                </a:rPr>
                <a:t>Empirical Benchmark: </a:t>
              </a:r>
              <a:r>
                <a:rPr b="0" sz="2000">
                  <a:solidFill>
                    <a:srgbClr val="333333"/>
                  </a:solidFill>
                  <a:latin typeface="Helvetica World"/>
                </a:rPr>
                <a:t>Rigorous evaluation on 10,279 district-year observations establishes leak-free baselines.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Kerala's climate and agriculture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251450"/>
            <a:chOff x="0" y="0"/>
            <a:chExt cx="13017500" cy="7001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5795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Timely forecasts enable proactive measures for resource allocation.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Accurate predictions enhance food security and economic stability.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Supports farmers in optimizing planting and harvesting schedules.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Facilitates effective risk management against adverse weather events.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Empowers stakeholders to make informed decisions regarding crop selection.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Contributes to sustainable agricultural practices by minimizing waste.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Enhances overall productivity and profitability of farming operations.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Insights into Agricultural Yield Forecasting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Problem Formulation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Causal Chain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Lag Effects on Crop Yield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59100"/>
            <a:chOff x="0" y="0"/>
            <a:chExt cx="5744662" cy="3945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Input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model inputs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historical rainfall and meteorological data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to understand how previous precipitation affects crop yields, emphasizing the significance of data accuracy and relevance.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59100"/>
            <a:chOff x="0" y="0"/>
            <a:chExt cx="5346700" cy="3945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Exposure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exposure over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multiple preceding time intervals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crucial in capturing delayed physiological responses, allowing for a more comprehensive understanding of crop yield dynamics.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254375"/>
            <a:chOff x="0" y="0"/>
            <a:chExt cx="5346700" cy="43391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Response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3259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physiological and agronomic reactions of crops to varying rainfall lag structures illustrate the complexity of relationships influencing overall yield outcomes, necessitating robust analysis for predictions.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Existing Approaches Overview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4219575"/>
            <a:chOff x="0" y="0"/>
            <a:chExt cx="13017500" cy="56261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4526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Comparison of Statistical and Machine Learning Models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0673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Evaluating Approaches to Crop Yield Forecasting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16850"/>
            <a:ext cx="8324850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page examines the strengths and limitations of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conventional statistical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models versus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standard machine-learning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approaches in crop yield forecasting, highlighting their different capabilities regarding temporal lag.</a:t>
            </a:r>
          </a:p>
        </p:txBody>
      </p:sp>
      <p:pic>
        <p:nvPicPr>
          <p:cNvPr id="7" name="Picture 6" descr="rainfall_vs_y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000" y="1400000"/>
            <a:ext cx="7800000" cy="58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3105150"/>
            <a:chOff x="0" y="0"/>
            <a:chExt cx="13017500" cy="41402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Comparison of Temporal Approaches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Examining Time-Series and Climate-Informed Models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93050"/>
            <a:ext cx="832485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outlines the distinctions between time-series approaches and climate-informed models, emphasizing their methodologies, strengths, and limitations in addressing rainfall-lag-aware crop yield forecasting.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51" t="0" r="-1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4382" cy="1183835"/>
            </a:xfrm>
            <a:custGeom>
              <a:avLst/>
              <a:gdLst/>
              <a:ahLst/>
              <a:cxnLst/>
              <a:rect r="r" b="b" t="t" l="l"/>
              <a:pathLst>
                <a:path h="1183835" w="1484382">
                  <a:moveTo>
                    <a:pt x="28420" y="0"/>
                  </a:moveTo>
                  <a:lnTo>
                    <a:pt x="1455963" y="0"/>
                  </a:lnTo>
                  <a:cubicBezTo>
                    <a:pt x="1471658" y="0"/>
                    <a:pt x="1484382" y="12724"/>
                    <a:pt x="1484382" y="28420"/>
                  </a:cubicBezTo>
                  <a:lnTo>
                    <a:pt x="1484382" y="1155415"/>
                  </a:lnTo>
                  <a:cubicBezTo>
                    <a:pt x="1484382" y="1171111"/>
                    <a:pt x="1471658" y="1183835"/>
                    <a:pt x="1455963" y="1183835"/>
                  </a:cubicBezTo>
                  <a:lnTo>
                    <a:pt x="28420" y="1183835"/>
                  </a:lnTo>
                  <a:cubicBezTo>
                    <a:pt x="20882" y="1183835"/>
                    <a:pt x="13654" y="1180840"/>
                    <a:pt x="8324" y="1175511"/>
                  </a:cubicBezTo>
                  <a:cubicBezTo>
                    <a:pt x="2994" y="1170181"/>
                    <a:pt x="0" y="1162952"/>
                    <a:pt x="0" y="115541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636" t="0" r="-63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Gap: Temporal Lag Structure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441950"/>
            <a:chOff x="0" y="0"/>
            <a:chExt cx="13017500" cy="7255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049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Existing crop-yield prediction approaches frequently represent precipitation using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or aggregated features. This methodology potentially obscures delayed and crop-specific rainfall responses. The contributions of rainfall at various time lags—such as t-1, t-2, t-4, and t-8—remain largely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unknown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This lack of representation can lead to inaccurate yield forecasts, as it does not account for the complex physiological and agronomic responses of crops to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delayed precipitation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A more nuanced approach that incorporates lagged rainfall data is crucial for improving the accuracy of yield predictions in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Kerala's agricultural landscape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the limitations of existing models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689600"/>
            <a:chOff x="0" y="0"/>
            <a:chExt cx="13017500" cy="75861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37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research question addresses how lagged rainfall exposures contribute to yield prediction. This involves: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Analyzing the effects of rainfall at various lag times (t-1, t-2, t-3, etc.)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Determining if these lagged variables provide significant predictive power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crop-specific responses to delayed rainfall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Evaluating the influence of interannual climatic variability on lag effects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these aspects will enhance the accuracy of crop yield forecasts and offer actionable insights for agricultural planning in Kerala’s dynamic climate.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Exploring the impact of rainfall lag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Informative Lags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specific lags optimizes forecasting accuracy effectively.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Contemporaneous features may overlook critical rainfall impacts.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780223"/>
            <a:chOff x="0" y="0"/>
            <a:chExt cx="9182100" cy="2373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Lag-Aware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Lag-aware features enhance predictive capabilities significantly.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207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Optimal Lag Structures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Explainability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Machine learning can clarify rainfall-yield relationships.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Climate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Climatic conditions influence lag contributions to yield.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Different crops respond uniquely to rainfall lags.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Hypotheses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Lagged Rainfall Features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Improving Crop Yield Prediction Accuracy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Incorporating lagged rainfall features into models is expected to reduce prediction errors by capturing the delayed effects of precipitation, enhancing the accuracy of crop yield forecasts.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Rainfall Contributions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Crop-Specific Temporal Lag Structures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 unique temporal lag structures of rainfall can enhance crop yield prediction, offering tailored insights that improve model robustness under varying climatic conditions in Kerala.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Proposed Methodology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40076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4007657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stage involves gathering comprehensive datasets, including historical rainfall and crop yield information, to build a robust foundation for subsequent analyses and model development.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1575" y="3367087"/>
            <a:ext cx="40100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6434" y="3323432"/>
            <a:ext cx="40031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Lag Feature Construction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81575" y="5105400"/>
            <a:ext cx="4010025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phase, the collected data will be meticulously reviewed and cleaned to remove inconsistencies, missing values, and outliers, ensuring high-quality data for accurate forecasting.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1225" y="5105400"/>
            <a:ext cx="4003106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crucial step involves generating lagged rainfall features, allowing us to capture the delayed effects of precipitation on crop yield, thereby enhancing predictive model performance.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3367087"/>
            <a:ext cx="380784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Temporal Alignment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189" y="5105400"/>
            <a:ext cx="400923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Here, we will align the temporal datasets, synchronizing rainfall and crop yield data according to specific time intervals, thus establishing a coherent time-series for analysis.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83154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7189" y="4248150"/>
            <a:ext cx="323850" cy="32385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11225" y="4248150"/>
            <a:ext cx="323850" cy="32385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Pipeline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Dataset Construction Overview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Dataset Schema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Variables for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606675"/>
            <a:chOff x="0" y="0"/>
            <a:chExt cx="5744662" cy="3475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Rainfall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is measured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collected at daily or monthly temporal resolutions, serving as a primary predictor of crop yield in the analysis.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578100"/>
            <a:chOff x="0" y="0"/>
            <a:chExt cx="5346700" cy="3437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Temperature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35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Temperature data is also treated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collected at daily or monthly resolutions, influencing crop growth and yield outcomes alongside rainfall metrics.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30525"/>
            <a:chOff x="0" y="0"/>
            <a:chExt cx="5346700" cy="39073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Yield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Crop yield is recorded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tracked on a seasonal or annual basis, representing the target outcome for the machine learning models used in forecasting.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Temporal Lag Construction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Rainfall Lag Dependency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Yield Relationships with Rainfall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Yield Function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function Yield_t = f(R(t-1), R(t-2), ..., R(t-k) illustrates how yield is influenced by precipitation across multiple lags, reflecting delayed crop responses to rainfall.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 Lag Matrix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notation X_rain = [R(t-1), R(t-2), ..., R(t-k)] organizes historical rainfall data into a structured matrix, aiding in the analysis of temporal effects on crop yield.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Analytical and Machine Learning Framework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Candidate Model Families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Approaches for Effective Crop Yield Forecasting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254250"/>
            <a:chOff x="0" y="0"/>
            <a:chExt cx="7670800" cy="30056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Baseline Models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92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Baseline models such as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Linear Regression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 Forest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provide foundational approaches, focusing on simplicity and interpretability while establishing initial benchmarks for yield predictions.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225675"/>
            <a:chOff x="0" y="0"/>
            <a:chExt cx="7264400" cy="2967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Nonlinear Models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Nonlinear machine learning models like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XGBoost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leverage complex data patterns, allowing for better performance in capturing intricate relationships between rainfall data and crop yields.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Experimental Design Overview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Independent Variables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 Comprehensive Overview of Yield Factors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Rainfall Representation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study considers multiple rainfall representations, including contemporaneous, cumulative, and lagged features, to assess their impact on crop yield prediction accuracy throughout the growing season.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Dependent Variable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Crop yield serves as the primary dependent variable, with measurements taken seasonally and annually, reflecting the overall agricultural productivity influenced by various climatic factors in Kerala.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Control and Baseline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control model utilizes non-lagged climatic features, allowing for a comparative analysis against lag-aware models to evaluate the effectiveness of incorporating rainfall lag structures in predictions.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Baseline and Proposed Models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Baseline vs. Proposed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Comparing predictive modeling frameworks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Baseline Representation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baseline model is formulated as Yield_t = f(R_t, T_t, ...), emphasizing contemporaneous rainfall and temperature without accounting for temporal lag effects on yield prediction.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Proposed Representation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proposed model expands to Yield_t = f(R_t, R(t-1), R(t-2), ..., R(t-k), T_t, ...), integrating multiple rainfall lags to enhance predictive accuracy and better capture delayed responses.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Ablation Study Overview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510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Experiments Isolating Temporal Lag Contribution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370648"/>
            <a:chOff x="0" y="0"/>
            <a:chExt cx="9182100" cy="18275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Lagged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Analyzes short and long-term rainfall influences.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370648"/>
            <a:chOff x="0" y="0"/>
            <a:chExt cx="9182100" cy="18275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Cumulative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Assesses total rainfall effects over time.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Evaluates immediate rainfall impact on yield.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Explainability in Crop Yield Models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733425"/>
            <a:ext cx="8324850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Rainfall Lag Contributions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7854950"/>
            <a:ext cx="8324850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visually represents how different </a:t>
            </a:r>
            <a:r>
              <a:rPr lang="en-US" b="true" sz="2499" spc="-37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rainfall lags</a:t>
            </a: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contribute to yield predictions, using SHAP-based feature attribution to highlight the importance of temporal rainfall effects in crop forecasting.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Expected Research Contributions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318250"/>
            <a:chOff x="0" y="0"/>
            <a:chExt cx="13017500" cy="8424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217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study aims to provide: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systematic representation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rainfall-yield temporal lag structures.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empirical evaluation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the impact of lag-aware precipitation features on yield prediction.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comparative analysis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crop-specific lag responses to weather variations.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explainable characterization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critical rainfall exposure windows influencing crop yield.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reproducible experimental framework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for climate-aware crop forecasting, enabling further research and application within agricultural practices in Kerala.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Expected contributions to agricultural forecasting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Limitations and Threats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127750"/>
            <a:chOff x="0" y="0"/>
            <a:chExt cx="13017500" cy="8170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96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Data availability and completeness may hinder accurate predictions.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Spatial aggregation across districts can obscure localized variations.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Confounding agricultural factors such as crop management practices influence outcomes.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Irrigation effects complicate the understanding of rainfall impacts.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Variability in fertilizer and input usage can skew results.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Extreme weather events may introduce unpredictability in yield responses.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Non-stationarity under climate change raises questions about model stability.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Potential temporal leakage between training and test datasets must be mitigated.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Limitations and Threats to Validity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54459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1: Data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54459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phase, researchers will gather extensive historical data on rainfall, temperature, and crop yields across various districts in Kerala, ensuring comprehensive coverage for analysis.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67087"/>
            <a:ext cx="54461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2: 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105400"/>
            <a:ext cx="5446184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collected data will undergo rigorous cleaning and preprocessing to address missing values, standardize formats, and ensure alignment with the temporal resolution of interest.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2967037"/>
            <a:ext cx="54483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3: Temporal Feature Construction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105400"/>
            <a:ext cx="544830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Researchers will construct lagged rainfall features utilizing historical data, creating a structured temporal feature space that captures delayed precipitation effects for improved yield modeling.</a:t>
            </a:r>
          </a:p>
        </p:txBody>
      </p:sp>
      <p:sp>
        <p:nvSpPr>
          <p:cNvPr name="AutoShape 8" id="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Timeline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8392160"/>
            <a:ext cx="8324850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Integrating insights for sustainable agriculture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Framework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Rainfall-Lag-Aware Crop Yield Forecasting</dc:description>
  <dc:identifier>DAHVph9vZ1U</dc:identifier>
  <dcterms:modified xsi:type="dcterms:W3CDTF">2011-08-01T06:04:30Z</dcterms:modified>
  <cp:revision>1</cp:revision>
  <dc:title>Presentation - Rainfall-Lag-Aware Crop Yield Forecasting</dc:title>
</cp:coreProperties>
</file>