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Helvetica World" charset="1" panose="020B0500040000020004"/>
      <p:regular r:id="rId46"/>
    </p:embeddedFont>
    <p:embeddedFont>
      <p:font typeface="Georgia Pro Condensed" charset="1" panose="02040506050405020303"/>
      <p:regular r:id="rId47"/>
    </p:embeddedFont>
    <p:embeddedFont>
      <p:font typeface="Helvetica World Bold" charset="1" panose="020B080004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7F6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Sankar S Pillai, Martin Wills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89343"/>
            <a:ext cx="9754495" cy="410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5"/>
              </a:lnSpc>
            </a:pPr>
            <a:r>
              <a:rPr lang="en-US" sz="10575" spc="-370" strike="noStrike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Rainfall-Lag-Aware Crop Yield Forecasting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Context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718300"/>
            <a:chOff x="0" y="0"/>
            <a:chExt cx="13017500" cy="89577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751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b="1" sz="2000">
                  <a:solidFill>
                    <a:srgbClr val="333333"/>
                  </a:solidFill>
                  <a:latin typeface="Helvetica World"/>
                </a:rPr>
                <a:t>Context &amp; Target: </a:t>
              </a:r>
              <a:r>
                <a:rPr b="0" sz="2000">
                  <a:solidFill>
                    <a:srgbClr val="333333"/>
                  </a:solidFill>
                  <a:latin typeface="Helvetica World"/>
                </a:rPr>
                <a:t>Accurate district-level crop yield forecasting across India is vital for national food security.</a:t>
              </a:r>
            </a:p>
            <a:p>
              <a:r>
                <a:rPr b="1" sz="2000">
                  <a:solidFill>
                    <a:srgbClr val="333333"/>
                  </a:solidFill>
                  <a:latin typeface="Helvetica World"/>
                </a:rPr>
                <a:t>Current Limitation: </a:t>
              </a:r>
              <a:r>
                <a:rPr b="0" sz="2000">
                  <a:solidFill>
                    <a:srgbClr val="333333"/>
                  </a:solidFill>
                  <a:latin typeface="Helvetica World"/>
                </a:rPr>
                <a:t>Classical models rely on aggregate seasonal rainfall totals, obscuring intra-seasonal phenological sensitivity.</a:t>
              </a:r>
            </a:p>
            <a:p>
              <a:r>
                <a:rPr b="1" sz="2000">
                  <a:solidFill>
                    <a:srgbClr val="333333"/>
                  </a:solidFill>
                  <a:latin typeface="Helvetica World"/>
                </a:rPr>
                <a:t>Empirical Benchmark: </a:t>
              </a:r>
              <a:r>
                <a:rPr b="0" sz="2000">
                  <a:solidFill>
                    <a:srgbClr val="333333"/>
                  </a:solidFill>
                  <a:latin typeface="Helvetica World"/>
                </a:rPr>
                <a:t>Rigorous evaluation on 10,279 district-year observations establishes leak-free baselines.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Kerala's climate and agriculture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251450"/>
            <a:chOff x="0" y="0"/>
            <a:chExt cx="13017500" cy="7001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5795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Timely forecasts enable proactive measures for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Accurate predictions enhance food security and economic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Supports farmers in optimizing planting and harvesting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Facilitates effective risk management against adverse weather events.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Empowers stakeholders to make informed decisions regarding crop selection.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Contributes to sustainable agricultural practices by minimizing waste.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Enhances overall productivity and profitability of farming operations.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Insights into Agricultural Yield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 Formulation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Causal Chain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Lag Effects on Crop Yield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Input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inputs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historical rainfall and meteorological data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understand how previous precipitation affects crop yields, emphasizing the significance of data accuracy and relevance.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Exposure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exposure over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multiple preceding time intervals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crucial in capturing delayed physiological responses, allowing for a more comprehensive understanding of crop yield dynamics.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physiological and agronomic reactions of crops to varying rainfall lag structures illustrate the complexity of relationships influencing overall yield outcomes, necessitating robust analysis for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Existing Approaches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4219575"/>
            <a:chOff x="0" y="0"/>
            <a:chExt cx="13017500" cy="5626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452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Statistical and Machine Learning Models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673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Evaluating Approaches to Crop Yield Forecasting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page examines the strengths and limitations of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conventional statistical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models versus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standard machine-learning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approaches in crop yield forecasting, highlighting their different capabilities regarding temporal lag.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Temporal Approaches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Examining Time-Series and Climate-Informed Models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outlines the distinctions between time-series approaches and climate-informed models, emphasizing their methodologies, strengths, and limitations in addressing rainfall-lag-aware crop yield forecasting.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Gap: Temporal Lag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441950"/>
            <a:chOff x="0" y="0"/>
            <a:chExt cx="13017500" cy="7255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04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crop-yield prediction approaches frequently represent precipitation using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or aggregated features. This methodology potentially obscures delayed and crop-specific rainfall responses. The contributions of rainfall at various time lags—such as t-1, t-2, t-4, and t-8—remain largely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unknown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This lack of representation can lead to inaccurate yield forecasts, as it does not account for the complex physiological and agronomic responses of crops to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delayed precipitation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A more nuanced approach that incorporates lagged rainfall data is crucial for improving the accuracy of yield predictions in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Kerala's agricultural landscape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limitations of existing models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37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research question addresses how lagged rainfall exposures contribute to yield prediction. This involves: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Analyzing the effects of rainfall at various lag times (t-1, t-2, t-3, etc.)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Determining if these lagged variables provide significant predictive power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crop-specific responses to delayed rainfall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Evaluating the influence of interannual climatic variability on lag effects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aspects will enhance the accuracy of crop yield forecasts and offer actionable insights for agricultural planning in Kerala’s dynamic climate.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Exploring the impact of rainfall lag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Informative Lags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specific lags optimizes forecasting accuracy effectively.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Contemporaneous features may overlook critical rainfall impacts.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Lag-Aware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Lag-aware features enhance predictive capabilities significantly.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Optimal Lag Structures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Machine learning can clarify rainfall-yield relationships.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Climate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Climatic conditions influence lag contributions to yield.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Different crops respond uniquely to rainfall lags.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Hypotheses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Lagged Rainfall 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Improving Crop Yield Prediction Accuracy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Incorporating lagged rainfall features into models is expected to reduce prediction errors by capturing the delayed effects of precipitation, enhancing the accuracy of crop yield forecasts.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Contributions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Crop-Specific Temporal Lag Structures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 unique temporal lag structures of rainfall can enhance crop yield prediction, offering tailored insights that improve model robustness under varying climatic conditions in Kerala.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Proposed Methodology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stage involves gathering comprehensive datasets, including historical rainfall and crop yield information, to build a robust foundation for subsequent analyses and model development.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Lag Feature Construction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the collected data will be meticulously reviewed and cleaned to remove inconsistencies, missing values, and outliers, ensuring high-quality data for accurate forecasting.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crucial step involves generating lagged rainfall features, allowing us to capture the delayed effects of precipitation on crop yield, thereby enhancing predictive model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Temporal Alignment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Here, we will align the temporal datasets, synchronizing rainfall and crop yield data according to specific time intervals, thus establishing a coherent time-series for analysis.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Pipeline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Construction Overview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Dataset Schema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Variables for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is measured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temporal resolutions, serving as a primary predictor of crop yield in the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Temperature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Temperature data is also treated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resolutions, influencing crop growth and yield outcomes alongside rainfall metrics.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Yield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is recorded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tracked on a seasonal or annual basis, representing the target outcome for the machine learning models used in forecasting.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Temporal Lag Construction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Lag Dependency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Yield Relationships with Rainfall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Yield Function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function Yield_t = f(R(t-1), R(t-2), ..., R(t-k) illustrates how yield is influenced by precipitation across multiple lags, reflecting delayed crop responses to rainfall.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 Lag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notation X_rain = [R(t-1), R(t-2), ..., R(t-k)] organizes historical rainfall data into a structured matrix, aiding in the analysis of temporal effects on crop yield.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Analytical and Machine Learning Framework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Candidate Model Families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Approaches for Effective Crop Yield Forecasting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54250"/>
            <a:chOff x="0" y="0"/>
            <a:chExt cx="7670800" cy="3005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Models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9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Baseline models such as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Regression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Forest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provide foundational approaches, focusing on simplicity and interpretability while establishing initial benchmarks for yield predictions.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Nonlinear Models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Nonlinear machine learning models like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XGBoost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leverage complex data patterns, allowing for better performance in capturing intricate relationships between rainfall data and crop yields.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Experimental Design Overview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Independent Variables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 Comprehensive Overview of Yield Factors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considers multiple rainfall representations, including contemporaneous, cumulative, and lagged features, to assess their impact on crop yield prediction accuracy throughout the growing season.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Dependent Variable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serves as the primary dependent variable, with measurements taken seasonally and annually, reflecting the overall agricultural productivity influenced by various climatic factors in Kerala.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Control and Baseline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control model utilizes non-lagged climatic features, allowing for a comparative analysis against lag-aware models to evaluate the effectiveness of incorporating rainfall lag structures in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Baseline and Proposed Models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Baseline vs. Proposed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Comparing predictive modeling frameworks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baseline model is formulated as Yield_t = f(R_t, T_t, ...), emphasizing contemporaneous rainfall and temperature without accounting for temporal lag effects on yield prediction.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Proposed Representation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proposed model expands to Yield_t = f(R_t, R(t-1), R(t-2), ..., R(t-k), T_t, ...), integrating multiple rainfall lags to enhance predictive accuracy and better capture delayed responses.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Ablation Study Overview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51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Experiments Isolating Temporal Lag Contribution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Lagged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Analyzes short and long-term rainfall influences.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Cumulative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Assesses total rainfall effects over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Evaluates immediate rainfall impact on yield.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Explainability in Crop Yield Models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 Lag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visually represents how different </a:t>
            </a:r>
            <a:r>
              <a:rPr lang="en-US" b="true" sz="2499" spc="-3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rainfall lags</a:t>
            </a: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contribute to yield predictions, using SHAP-based feature attribution to highlight the importance of temporal rainfall effects in crop forecasting.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Expected Research Contributions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318250"/>
            <a:chOff x="0" y="0"/>
            <a:chExt cx="13017500" cy="8424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21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aims to provide: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systematic representation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rainfall-yield temporal lag structures.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empirical evaluation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the impact of lag-aware precipitation features on yield prediction.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comparative analysis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crop-specific lag responses to weather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explainable characterization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critical rainfall exposure windows influencing crop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reproducible experimental framework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climate-aware crop forecasting, enabling further research and application within agricultural practices in Kerala.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Expected contributions to agricultural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Limitations and Threats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127750"/>
            <a:chOff x="0" y="0"/>
            <a:chExt cx="13017500" cy="8170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9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availability and completeness may hinder accurate predictions.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Spatial aggregation across districts can obscure localized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Confounding agricultural factors such as crop management practices influence outcomes.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Irrigation effects complicate the understanding of rainfall impacts.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Variability in fertilizer and input usage can skew results.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Extreme weather events may introduce unpredictability in yield responses.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Non-stationarity under climate change raises questions about model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Potential temporal leakage between training and test datasets must be mitigated.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Limitations and Threats to Validity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1: 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researchers will gather extensive historical data on rainfall, temperature, and crop yields across various districts in Kerala, ensuring comprehensive coverage for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2: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collected data will undergo rigorous cleaning and preprocessing to address missing values, standardize formats, and ensure alignment with the temporal resolution of interest.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2967037"/>
            <a:ext cx="54483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3: Temporal Feature Construction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Researchers will construct lagged rainfall features utilizing historical data, creating a structured temporal feature space that captures delayed precipitation effects for improved yield modeling.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Timeline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92160"/>
            <a:ext cx="8324850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Integrating insights for sustainable agriculture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Framework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Rainfall-Lag-Aware Crop Yield Forecasting</dc:description>
  <dc:identifier>DAHVph9vZ1U</dc:identifier>
  <dcterms:modified xsi:type="dcterms:W3CDTF">2011-08-01T06:04:30Z</dcterms:modified>
  <cp:revision>1</cp:revision>
  <dc:title>Presentation - Rainfall-Lag-Aware Crop Yield Forecasting</dc:title>
</cp:coreProperties>
</file>